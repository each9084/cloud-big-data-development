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B5ECF2-FC22-43FA-9B8D-DFD5EA70D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204E81-15E5-740E-F6EA-FA80027AE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D4E83-C2A5-DBB1-D5B2-DAC225EB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26CC-26AD-49A0-92BE-31C0DCD3692B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874D8F-9F66-D20C-CA91-C253C3C2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A78CBD-A753-B5E7-CB2A-8D17789F5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241E-1F67-4019-B42D-BD539FBE2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633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7F5F2-5F32-20B9-3DA6-051B5D455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4C983B-4861-6789-1209-E816B6B83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B2FECF-C80D-CA2F-29DC-71E1EB2A3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26CC-26AD-49A0-92BE-31C0DCD3692B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C10D4B-557A-F15C-CAF5-CDF351ABB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85176C-4EA7-B1CD-921F-8B05277E0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241E-1F67-4019-B42D-BD539FBE2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452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BEE73-6B1C-115A-E249-EB591C61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FCAA55-B3B7-8F32-D2F7-4CA9CD7C3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F415BF-BF96-CB08-F37B-5E117E8AD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26CC-26AD-49A0-92BE-31C0DCD3692B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21E8B6-347D-9605-7913-8729239B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200B6D-EFC7-4189-134D-690DD783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241E-1F67-4019-B42D-BD539FBE2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408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4AF26-2048-BDE4-462D-EBA9664B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8003E1-7F31-ADA9-185C-EE3591E81C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8336F9-E499-D3F6-8C3E-53B29D4BD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5AF6A2-4CD3-D48E-74B4-BD52023B0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26CC-26AD-49A0-92BE-31C0DCD3692B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0DFCFA-36AC-AF06-BFCD-E19BD292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8951E6-6682-C7EB-2BFE-CB377145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241E-1F67-4019-B42D-BD539FBE2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12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4BB68-82E6-D95D-CC1D-D41214B41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A0AE7F-40F4-A59C-823F-D83F523B9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D95E3E-424A-FBCF-E94D-C3D41AAFC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8CC49B-5A03-0EC5-CE69-556A0253D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5CCBCC-9B2F-9C9C-5597-C8D922C30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7FD288-F885-2BFA-B348-DB203C7F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26CC-26AD-49A0-92BE-31C0DCD3692B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528684-1BDE-0B22-1FC6-D657905C5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5AB673-1257-0F59-D83E-E1D539AA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241E-1F67-4019-B42D-BD539FBE2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645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20E38-8DD9-39AC-2DCE-F15030D1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935BAB-BFB7-C0AC-BCA9-BBA25FD17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26CC-26AD-49A0-92BE-31C0DCD3692B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4146BD-F1EB-488C-655D-0E5D054D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D0D555-74D0-80E2-4E03-9357FBB9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241E-1F67-4019-B42D-BD539FBE2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8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FBF8E8-D849-A74B-177D-A6687B7F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26CC-26AD-49A0-92BE-31C0DCD3692B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98EAFE-C4AB-61FC-9B0B-BE332E00A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6D62BD-8EEF-5C9E-D61D-7BA017BD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241E-1F67-4019-B42D-BD539FBE2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51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5C836-18BC-D6F6-DBB2-DEB6116A3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1741F-82A3-0478-79B3-30087BCF5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11C362-2958-FB3E-DBA8-EACAA0D91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B1CB6E-FA3C-B2CD-2A9F-39F53732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26CC-26AD-49A0-92BE-31C0DCD3692B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6C386E-3CFC-D44E-DAB4-CA4F4B57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E48FBE-0DC7-3167-46DA-6E050B8F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241E-1F67-4019-B42D-BD539FBE2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41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82B120-62A0-3EE8-604B-0B64E60C8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542FB0-CAAA-B300-5BC3-93157CA7C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C09930-E9D4-1980-27F2-7DAB9B16C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029C44-52C2-56AE-40E9-909C131C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26CC-26AD-49A0-92BE-31C0DCD3692B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860563-54C6-5944-F305-916FFAEA0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A40265-1732-2D51-3FA7-BE2CED16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241E-1F67-4019-B42D-BD539FBE2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06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23FEE-B6CB-9D21-626F-06F71B48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DCDEE1-0103-ABD1-0B6E-76A0A4B59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CF75A6-9FBD-E4D8-10A6-F9CF3840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26CC-26AD-49A0-92BE-31C0DCD3692B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2C3C42-DF88-2B94-7EC4-2FA77A59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EDAD03-407C-ED04-0290-01B71E4C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241E-1F67-4019-B42D-BD539FBE2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07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CDD6EE-C2EF-6A3C-01A2-FF017D9CC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379798-5A69-9C12-253B-2C60826CF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95FDE8-07CF-71F8-E5B8-B4B7844A3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26CC-26AD-49A0-92BE-31C0DCD3692B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FEFEC1-5A53-6661-46C6-C80D46D26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4F24F0-B2A7-B527-8082-07ABA98A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241E-1F67-4019-B42D-BD539FBE2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83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A43CF5-B3C4-6573-35D7-D12544EA4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AB4D4E-97B0-5392-7700-6C7E44D6C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CA5C92-5E20-B223-8A73-6FB8C693B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D26CC-26AD-49A0-92BE-31C0DCD3692B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110C9B-877B-7EF3-CA2F-236951F39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EF2AD8-9F15-BADE-B34A-F58E94293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2241E-1F67-4019-B42D-BD539FBE2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153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DAAFA56-E335-FF5D-2B69-6029B8AAC2F0}"/>
              </a:ext>
            </a:extLst>
          </p:cNvPr>
          <p:cNvSpPr txBox="1"/>
          <p:nvPr/>
        </p:nvSpPr>
        <p:spPr>
          <a:xfrm>
            <a:off x="850605" y="43593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草稿</a:t>
            </a:r>
            <a:endParaRPr lang="en-US" altLang="zh-CN" dirty="0"/>
          </a:p>
        </p:txBody>
      </p:sp>
      <p:pic>
        <p:nvPicPr>
          <p:cNvPr id="6" name="Graphic 19" descr="Amazon CloudFront service icon.">
            <a:extLst>
              <a:ext uri="{FF2B5EF4-FFF2-40B4-BE49-F238E27FC236}">
                <a16:creationId xmlns:a16="http://schemas.microsoft.com/office/drawing/2014/main" id="{157B88EA-8416-BE7B-DA0E-8525FF71E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7729371" y="231012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A60D9DC-45C5-EA1F-838A-5193C673EBB0}"/>
              </a:ext>
            </a:extLst>
          </p:cNvPr>
          <p:cNvCxnSpPr>
            <a:endCxn id="6" idx="1"/>
          </p:cNvCxnSpPr>
          <p:nvPr/>
        </p:nvCxnSpPr>
        <p:spPr>
          <a:xfrm>
            <a:off x="6960278" y="2691124"/>
            <a:ext cx="7690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70BECD3-56AD-FCC3-6558-74BADCDEE7EA}"/>
              </a:ext>
            </a:extLst>
          </p:cNvPr>
          <p:cNvCxnSpPr/>
          <p:nvPr/>
        </p:nvCxnSpPr>
        <p:spPr>
          <a:xfrm>
            <a:off x="5177802" y="5020682"/>
            <a:ext cx="901994" cy="289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539F884-97CE-6072-8387-BEB46E65A5E6}"/>
              </a:ext>
            </a:extLst>
          </p:cNvPr>
          <p:cNvCxnSpPr/>
          <p:nvPr/>
        </p:nvCxnSpPr>
        <p:spPr>
          <a:xfrm>
            <a:off x="6881035" y="5254598"/>
            <a:ext cx="11500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0B4623A-445E-6BE7-2A2C-CAFA5853AD8C}"/>
              </a:ext>
            </a:extLst>
          </p:cNvPr>
          <p:cNvCxnSpPr/>
          <p:nvPr/>
        </p:nvCxnSpPr>
        <p:spPr>
          <a:xfrm>
            <a:off x="5161605" y="2691124"/>
            <a:ext cx="10366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Graphic 8" descr="AWS WAF service icon.">
            <a:extLst>
              <a:ext uri="{FF2B5EF4-FFF2-40B4-BE49-F238E27FC236}">
                <a16:creationId xmlns:a16="http://schemas.microsoft.com/office/drawing/2014/main" id="{D88266AE-E613-205E-60DE-0A4F318D6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621525" y="113111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1">
            <a:extLst>
              <a:ext uri="{FF2B5EF4-FFF2-40B4-BE49-F238E27FC236}">
                <a16:creationId xmlns:a16="http://schemas.microsoft.com/office/drawing/2014/main" id="{FAE953D7-EB60-7DF5-0DC2-B8827AF9E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7300" y="1893112"/>
            <a:ext cx="2292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WAF</a:t>
            </a:r>
          </a:p>
        </p:txBody>
      </p:sp>
      <p:pic>
        <p:nvPicPr>
          <p:cNvPr id="21" name="Graphic 8" descr="Amazon Simple Storage Service (Amazon S3) service icon.">
            <a:extLst>
              <a:ext uri="{FF2B5EF4-FFF2-40B4-BE49-F238E27FC236}">
                <a16:creationId xmlns:a16="http://schemas.microsoft.com/office/drawing/2014/main" id="{9FAFF6B8-896B-C74D-CB6C-175F38009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6198278" y="231012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9">
            <a:extLst>
              <a:ext uri="{FF2B5EF4-FFF2-40B4-BE49-F238E27FC236}">
                <a16:creationId xmlns:a16="http://schemas.microsoft.com/office/drawing/2014/main" id="{83004219-5A7E-299C-368D-7BAB982B5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8503" y="3073711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D37C62E5-B7D0-15C4-231B-BC9F33CB0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1574" y="3072124"/>
            <a:ext cx="2292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CloudFront</a:t>
            </a:r>
          </a:p>
        </p:txBody>
      </p:sp>
      <p:pic>
        <p:nvPicPr>
          <p:cNvPr id="25" name="Graphic 17" descr="Amazon CloudWatch service icon.">
            <a:extLst>
              <a:ext uri="{FF2B5EF4-FFF2-40B4-BE49-F238E27FC236}">
                <a16:creationId xmlns:a16="http://schemas.microsoft.com/office/drawing/2014/main" id="{91D20C51-C5F1-7B56-8D0F-6D5E0F9B3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4399605" y="465187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9">
            <a:extLst>
              <a:ext uri="{FF2B5EF4-FFF2-40B4-BE49-F238E27FC236}">
                <a16:creationId xmlns:a16="http://schemas.microsoft.com/office/drawing/2014/main" id="{CC5D2BCB-E575-8E35-27F0-506995B76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9830" y="5413877"/>
            <a:ext cx="2243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CloudWatch</a:t>
            </a:r>
          </a:p>
        </p:txBody>
      </p:sp>
      <p:pic>
        <p:nvPicPr>
          <p:cNvPr id="27" name="lambda" descr="Lambda service icon.">
            <a:extLst>
              <a:ext uri="{FF2B5EF4-FFF2-40B4-BE49-F238E27FC236}">
                <a16:creationId xmlns:a16="http://schemas.microsoft.com/office/drawing/2014/main" id="{4C3F3DA7-A835-9ADA-D2DA-F685A194A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6095993" y="492887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label5">
            <a:extLst>
              <a:ext uri="{FF2B5EF4-FFF2-40B4-BE49-F238E27FC236}">
                <a16:creationId xmlns:a16="http://schemas.microsoft.com/office/drawing/2014/main" id="{0FD4A920-8BCF-8458-688D-1B650AC0B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3327" y="5687839"/>
            <a:ext cx="1506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29" name="Graphic 18" descr="Amazon Simple Email Service (Amazon SES) service icon.">
            <a:extLst>
              <a:ext uri="{FF2B5EF4-FFF2-40B4-BE49-F238E27FC236}">
                <a16:creationId xmlns:a16="http://schemas.microsoft.com/office/drawing/2014/main" id="{10DBD425-B239-1F2E-2C21-B1E1CA54F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8054170" y="487359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12">
            <a:extLst>
              <a:ext uri="{FF2B5EF4-FFF2-40B4-BE49-F238E27FC236}">
                <a16:creationId xmlns:a16="http://schemas.microsoft.com/office/drawing/2014/main" id="{2AA9F5DD-302C-6018-85F5-E40060B41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458" y="5635598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Email 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Service (Amazon SES)</a:t>
            </a:r>
          </a:p>
        </p:txBody>
      </p:sp>
      <p:pic>
        <p:nvPicPr>
          <p:cNvPr id="31" name="Graphic 43" descr="AWS Backup service icon.">
            <a:extLst>
              <a:ext uri="{FF2B5EF4-FFF2-40B4-BE49-F238E27FC236}">
                <a16:creationId xmlns:a16="http://schemas.microsoft.com/office/drawing/2014/main" id="{7E04F151-3D3E-C0B5-E6D8-3B45D23A33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4383058" y="2255056"/>
            <a:ext cx="762000" cy="762000"/>
          </a:xfrm>
          <a:prstGeom prst="rect">
            <a:avLst/>
          </a:prstGeom>
        </p:spPr>
      </p:pic>
      <p:sp>
        <p:nvSpPr>
          <p:cNvPr id="32" name="TextBox 9">
            <a:extLst>
              <a:ext uri="{FF2B5EF4-FFF2-40B4-BE49-F238E27FC236}">
                <a16:creationId xmlns:a16="http://schemas.microsoft.com/office/drawing/2014/main" id="{CE9EC7F0-C722-06B0-DC8C-063A3C4E0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283" y="3020230"/>
            <a:ext cx="22399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Backup</a:t>
            </a:r>
          </a:p>
        </p:txBody>
      </p:sp>
    </p:spTree>
    <p:extLst>
      <p:ext uri="{BB962C8B-B14F-4D97-AF65-F5344CB8AC3E}">
        <p14:creationId xmlns:p14="http://schemas.microsoft.com/office/powerpoint/2010/main" val="33067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28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Yichi Liu</dc:creator>
  <cp:lastModifiedBy>Yichi Liu</cp:lastModifiedBy>
  <cp:revision>1</cp:revision>
  <dcterms:created xsi:type="dcterms:W3CDTF">2024-11-19T16:57:40Z</dcterms:created>
  <dcterms:modified xsi:type="dcterms:W3CDTF">2024-11-19T17:38:43Z</dcterms:modified>
</cp:coreProperties>
</file>